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30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Study IT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Oracle Silver SQL 学習支援アプリ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日高 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30A3"/>
                </a:solidFill>
              </a:rPr>
              <a:t>アプリ概要・作った背景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</a:rPr>
              <a:t>💡 作った背景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就職後、新入社員に最も必要な技術が SQL であると聞き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データベースの資格（Oracle Silver SQL）を取得しようと考えたことがきっかけ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</a:rPr>
              <a:t>📚 アプリ概要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SQL用語をクイズ形式で学習し、忘却曲線に基づいた復習機能で効率的に資格取得を目指すWebアプリ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対象ユーザー：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Oracle Silver SQL の取得を目指す学習者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解決する課題：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単語の暗記が続かない・何を復習すれば良いかわからない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30A3"/>
                </a:solidFill>
              </a:rPr>
              <a:t>主要機能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📚 単語学習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002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113語のSQL用語を一覧・詳細で確認。検索・カテゴリ・難易度フィルター付き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09728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188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🧠 クイズ機能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6002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4択・逆引き・記述式の3形式。同カテゴリの紛らわしい選択肢で実力を試せる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🔁 忘却曲線復習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29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正解で習熟度UP・不正解でDown。次回復習日を自動計算して効率的に記憶定着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292608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📈 学習履歴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429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月間カレンダーと棒グラフで学習量を可視化。日付クリックで絞り込み可能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30A3"/>
                </a:solidFill>
              </a:rPr>
              <a:t>技術構成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70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</a:rPr>
              <a:t>バックエンド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1704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PHP 8.3 / Laravel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64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</a:rPr>
              <a:t>フロントエンド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7647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Blade / Tailwind 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359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</a:rPr>
              <a:t>データベース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359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MySQL 8.0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53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</a:rPr>
              <a:t>認証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9535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Laravel Breeze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547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</a:rPr>
              <a:t>開発環境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547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Docker（PHP-FPM / Nginx / MySQL / phpMyAdmin）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142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</a:rPr>
              <a:t>バージョン管理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1422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Git / GitHub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30A3"/>
                </a:solidFill>
              </a:rPr>
              <a:t>工夫した点・難しかった点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</a:rPr>
              <a:t>💡 工夫した点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・忘却曲線を実装し、習熟度に応じた次回復習日を自動計算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579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・同カテゴリの用語を選択肢にすることで難易度を向上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70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・4択・逆引き・記述式の3形式で多角的に学習できる設計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82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・学習履歴をカレンダーと棒グラフで視覚化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941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・レスポンシブ対応でスマホでも学習可能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🔥 難しかった点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45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・DockerでのWSL2環境のI/O速度問題への対応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3042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・忘却曲線のロジック設計と習熟度テーブルの設計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9626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・クイズセッション管理（セッションを使った問題順序の制御）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6210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・レスポンシブ対応での細かいレイアウト調整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730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まとめ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A5B4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✅  忘却曲線を活用した復習機能で、効率的なSQL用語の定着を実現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✅  4択・逆引き・記述式の3形式で、段階的に難易度を上げて学習できる設計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✅  Laravel / Docker / MySQL を使ったフルスタック開発を一人で実装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✅  学習履歴の可視化により、毎日の学習モチベーション維持をサポート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GitHub : github.com/ivyc251027hidaka/Ora-Sta-StudyIT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2026-10-07T23:45:02Z</dcterms:created>
  <dcterms:modified xsi:type="dcterms:W3CDTF">2026-10-07T23:45:02Z</dcterms:modified>
</cp:coreProperties>
</file>